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spreadsheets/d/1fIAdYdyx6DAh-Yibkb7vlWU4tilo5JN303ZHs2lgcCU/edit?usp=shar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4114800"/>
            <a:ext cx="64008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1417320"/>
            <a:ext cx="1417320" cy="1417320"/>
          </a:xfrm>
          <a:prstGeom prst="roundRect">
            <a:avLst>
              <a:gd name="adj" fmla="val 16129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0" y="14173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60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GIKI Event Hub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Event &amp; Ticketing Platform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0" y="4526280"/>
            <a:ext cx="4873752" cy="365760"/>
          </a:xfrm>
          <a:prstGeom prst="roundRect">
            <a:avLst>
              <a:gd name="adj" fmla="val 50000"/>
            </a:avLst>
          </a:prstGeom>
          <a:solidFill>
            <a:srgbClr val="0E0E22">
              <a:alpha val="80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4526280"/>
            <a:ext cx="4873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CS324 — Human Computer Interaction   ·   Milestone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1663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BSCS · Batch 33 · GIKI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 Bilal Khurram (2023591)   ·   M. Haris (2023428)   ·   M. Ammar Saleem (2023378)   ·   M. Bilal Shaikh (2023802)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63550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GIKI Event Hub  ·  CS324 Milestone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4114800"/>
            <a:ext cx="64008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3550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GIKI Event Hub  ·  CS324 Milestone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B7185">
              <a:alpha val="22000"/>
            </a:srgbClr>
          </a:solidFill>
          <a:ln w="12700">
            <a:solidFill>
              <a:srgbClr val="FB7185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events live in too many places.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1554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students keep missing out.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5486400" cy="1691640"/>
          </a:xfrm>
          <a:prstGeom prst="roundRect">
            <a:avLst>
              <a:gd name="adj" fmla="val 7568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56032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60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25146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 &amp; WhatsApp chaos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17320" y="3044952"/>
            <a:ext cx="434340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scattered across Instagram, batch emails, hostel WhatsApp groups, and printed posters on faculty gates. No single source of truth.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45352" y="2331720"/>
            <a:ext cx="5486400" cy="1691640"/>
          </a:xfrm>
          <a:prstGeom prst="roundRect">
            <a:avLst>
              <a:gd name="adj" fmla="val 7568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3952" y="256032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D946EF">
              <a:alpha val="45000"/>
            </a:srgbClr>
          </a:solidFill>
          <a:ln w="12700">
            <a:solidFill>
              <a:srgbClr val="D946EF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25603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05472" y="25146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ticketing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05472" y="3044952"/>
            <a:ext cx="434340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cash collection, price miscommunication ("was Rs 2,500… paid Rs 3,000"), no audit trail, easy disputes.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5486400" cy="1691640"/>
          </a:xfrm>
          <a:prstGeom prst="roundRect">
            <a:avLst>
              <a:gd name="adj" fmla="val 7568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43484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22D3EE">
              <a:alpha val="45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348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43891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attendance proof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417320" y="4919472"/>
            <a:ext cx="434340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for registration, manual check-in lists, no QR validation. Easy to fake, hard to audit.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45352" y="4206240"/>
            <a:ext cx="5486400" cy="1691640"/>
          </a:xfrm>
          <a:prstGeom prst="roundRect">
            <a:avLst>
              <a:gd name="adj" fmla="val 7568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73952" y="4434840"/>
            <a:ext cx="640080" cy="502920"/>
          </a:xfrm>
          <a:prstGeom prst="roundRect">
            <a:avLst>
              <a:gd name="adj" fmla="val 18182"/>
            </a:avLst>
          </a:prstGeom>
          <a:solidFill>
            <a:srgbClr val="FBBF24">
              <a:alpha val="45000"/>
            </a:srgbClr>
          </a:solidFill>
          <a:ln w="1270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44348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05472" y="43891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friction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205472" y="4919472"/>
            <a:ext cx="4343400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events approved over email and paper. Venue clashes only surface days before. No visibility for the Dean's office.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4114800"/>
            <a:ext cx="64008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3550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GIKI Event Hub  ·  CS324 Milestone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hub. Three dashboards. Live for everyone.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155448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that replaces posters, WhatsApp, Google Forms, and email approvals.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3749040" cy="3337560"/>
          </a:xfrm>
          <a:prstGeom prst="roundRect">
            <a:avLst>
              <a:gd name="adj" fmla="val 3836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148840"/>
            <a:ext cx="3749040" cy="457200"/>
          </a:xfrm>
          <a:prstGeom prst="roundRect">
            <a:avLst>
              <a:gd name="adj" fmla="val 28000"/>
            </a:avLst>
          </a:prstGeom>
          <a:solidFill>
            <a:srgbClr val="8B5CF6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· Book · Attend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063240"/>
            <a:ext cx="31089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feed of every approved event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 cash payment, instant QR ticket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flow with multi-stage progress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event after check-in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70832" y="2148840"/>
            <a:ext cx="3749040" cy="3337560"/>
          </a:xfrm>
          <a:prstGeom prst="roundRect">
            <a:avLst>
              <a:gd name="adj" fmla="val 3836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0832" y="2148840"/>
            <a:ext cx="3749040" cy="457200"/>
          </a:xfrm>
          <a:prstGeom prst="roundRect">
            <a:avLst>
              <a:gd name="adj" fmla="val 28000"/>
            </a:avLst>
          </a:prstGeom>
          <a:solidFill>
            <a:srgbClr val="D946EF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645152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Organizers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45152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Manage · Scan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82312" y="3063240"/>
            <a:ext cx="31089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form with live preview &amp; conflict warning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QR camera scanner on laptop or phone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Sub-organizer invites by @giki.edu.pk email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summary: registrations, attendance, reviews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84464" y="2148840"/>
            <a:ext cx="3749040" cy="3337560"/>
          </a:xfrm>
          <a:prstGeom prst="roundRect">
            <a:avLst>
              <a:gd name="adj" fmla="val 3836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84464" y="2148840"/>
            <a:ext cx="3749040" cy="457200"/>
          </a:xfrm>
          <a:prstGeom prst="roundRect">
            <a:avLst>
              <a:gd name="adj" fmla="val 28000"/>
            </a:avLst>
          </a:prstGeom>
          <a:solidFill>
            <a:srgbClr val="22D3EE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558784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Dean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58784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Oversee · Analyze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95944" y="3063240"/>
            <a:ext cx="31089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queue: events, societies, organizers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across the campus calendar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Reject-with-feedback opens in-app chat thread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drill-down analytics (events, reviews)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669280"/>
            <a:ext cx="11274552" cy="411480"/>
          </a:xfrm>
          <a:prstGeom prst="roundRect">
            <a:avLst>
              <a:gd name="adj" fmla="val 26667"/>
            </a:avLst>
          </a:prstGeom>
          <a:solidFill>
            <a:srgbClr val="0E0E22">
              <a:alpha val="85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6692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ripples through every dashboard in real time — no email tag, no missed events.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4114800"/>
            <a:ext cx="64008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3550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GIKI Event Hub  ·  CS324 Milestone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"/>
            <a:ext cx="1421892" cy="292608"/>
          </a:xfrm>
          <a:prstGeom prst="roundRect">
            <a:avLst>
              <a:gd name="adj" fmla="val 50000"/>
            </a:avLst>
          </a:prstGeom>
          <a:solidFill>
            <a:srgbClr val="22D3EE">
              <a:alpha val="22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"/>
            <a:ext cx="14218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personas came from.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+ structured interviews with three user classes across campus.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3721608" cy="1463040"/>
          </a:xfrm>
          <a:prstGeom prst="roundRect">
            <a:avLst>
              <a:gd name="adj" fmla="val 8750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377440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731520" y="3017520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classes covered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27355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Organizers · Administration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61688" y="2194560"/>
            <a:ext cx="3721608" cy="1463040"/>
          </a:xfrm>
          <a:prstGeom prst="roundRect">
            <a:avLst>
              <a:gd name="adj" fmla="val 8750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377440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4636008" y="3017520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interviews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36008" y="327355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6 societies and the DSA office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66176" y="2194560"/>
            <a:ext cx="3721608" cy="1463040"/>
          </a:xfrm>
          <a:prstGeom prst="roundRect">
            <a:avLst>
              <a:gd name="adj" fmla="val 8750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0496" y="2377440"/>
            <a:ext cx="31729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8540496" y="3017520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40496" y="3273552"/>
            <a:ext cx="3172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by role, all open-ended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11274552" cy="1691640"/>
          </a:xfrm>
          <a:prstGeom prst="roundRect">
            <a:avLst>
              <a:gd name="adj" fmla="val 9730"/>
            </a:avLst>
          </a:prstGeom>
          <a:solidFill>
            <a:srgbClr val="0E0E22">
              <a:alpha val="80000"/>
            </a:srgbClr>
          </a:solidFill>
          <a:ln w="25400">
            <a:solidFill>
              <a:srgbClr val="D946E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224528"/>
            <a:ext cx="411480" cy="502920"/>
          </a:xfrm>
          <a:prstGeom prst="roundRect">
            <a:avLst>
              <a:gd name="adj" fmla="val 13333"/>
            </a:avLst>
          </a:prstGeom>
          <a:solidFill>
            <a:srgbClr val="12122C"/>
          </a:solidFill>
          <a:ln w="15240">
            <a:solidFill>
              <a:srgbClr val="D946EF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4370832"/>
            <a:ext cx="228600" cy="36576"/>
          </a:xfrm>
          <a:prstGeom prst="rect">
            <a:avLst/>
          </a:prstGeom>
          <a:solidFill>
            <a:srgbClr val="F0ABFC">
              <a:alpha val="7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68680" y="4462272"/>
            <a:ext cx="228600" cy="36576"/>
          </a:xfrm>
          <a:prstGeom prst="rect">
            <a:avLst/>
          </a:prstGeom>
          <a:solidFill>
            <a:srgbClr val="F0ABFC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4553712"/>
            <a:ext cx="137160" cy="36576"/>
          </a:xfrm>
          <a:prstGeom prst="rect">
            <a:avLst/>
          </a:prstGeom>
          <a:solidFill>
            <a:srgbClr val="F0ABFC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32588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responses live here: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2588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https://docs.google.com/spreadsheets/d/1fIAdYdyx6DAh-Yibkb7vlWU4tilo5JN303ZHs2lgcCU/edit?usp=sharing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25880" y="5074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open. Sheet contains every raw response — by user class, with original wording preserved. All persona traits, pain points, and feature priorities map back to a quote here.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4114800"/>
            <a:ext cx="64008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3550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GIKI Event Hub  ·  CS324 Milestone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"/>
            <a:ext cx="1810512" cy="292608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INTERVIEWED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interviewees, three perspectives.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responses from each are referenced throughout. Photos can be swapped in — placeholders for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286000"/>
            <a:ext cx="914400" cy="914400"/>
          </a:xfrm>
          <a:prstGeom prst="ellipse">
            <a:avLst/>
          </a:prstGeom>
          <a:solidFill>
            <a:srgbClr val="8B5CF6">
              <a:alpha val="7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9164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Iqbal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29443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swap with photo 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" y="3355848"/>
            <a:ext cx="3154680" cy="18288"/>
          </a:xfrm>
          <a:prstGeom prst="rect">
            <a:avLst/>
          </a:prstGeom>
          <a:solidFill>
            <a:srgbClr val="8B5CF6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1071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"Forms are too long — they ask email AND reg number."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33672" y="205740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2272" y="2286000"/>
            <a:ext cx="914400" cy="914400"/>
          </a:xfrm>
          <a:prstGeom prst="ellipse">
            <a:avLst/>
          </a:prstGeom>
          <a:solidFill>
            <a:srgbClr val="D946EF">
              <a:alpha val="70000"/>
            </a:srgbClr>
          </a:solidFill>
          <a:ln w="19050">
            <a:solidFill>
              <a:srgbClr val="D94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2272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68112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Mumtaz Ali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68112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(primary persona basis)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68112" y="29443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swap with photo ]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62272" y="3355848"/>
            <a:ext cx="3154680" cy="18288"/>
          </a:xfrm>
          <a:prstGeom prst="rect">
            <a:avLst/>
          </a:prstGeom>
          <a:solidFill>
            <a:srgbClr val="D946EF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462272" y="341071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"Missed Netronix SNP last year — nobody told me."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10144" y="2057400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38744" y="2286000"/>
            <a:ext cx="914400" cy="914400"/>
          </a:xfrm>
          <a:prstGeom prst="ellipse">
            <a:avLst/>
          </a:prstGeom>
          <a:solidFill>
            <a:srgbClr val="22D3EE">
              <a:alpha val="70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38744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244584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Ammar Ahmed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244584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· Society Lead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44584" y="29443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swap with photo ]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38744" y="3355848"/>
            <a:ext cx="3154680" cy="18288"/>
          </a:xfrm>
          <a:prstGeom prst="rect">
            <a:avLst/>
          </a:prstGeom>
          <a:solidFill>
            <a:srgbClr val="22D3EE">
              <a:alpha val="5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238744" y="341071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"Cross-checking payments for paid events is painful."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096512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4325112"/>
            <a:ext cx="914400" cy="914400"/>
          </a:xfrm>
          <a:prstGeom prst="ellipse">
            <a:avLst/>
          </a:prstGeom>
          <a:solidFill>
            <a:srgbClr val="34D399">
              <a:alpha val="70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3251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1691640" y="4370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Faraz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691640" y="4690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· MLSA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91640" y="4983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swap with photo ]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5800" y="5394960"/>
            <a:ext cx="3154680" cy="18288"/>
          </a:xfrm>
          <a:prstGeom prst="rect">
            <a:avLst/>
          </a:prstGeom>
          <a:solidFill>
            <a:srgbClr val="34D399">
              <a:alpha val="5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544982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need attendance tracking and proper ticketing."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33672" y="4096512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62272" y="4325112"/>
            <a:ext cx="914400" cy="914400"/>
          </a:xfrm>
          <a:prstGeom prst="ellipse">
            <a:avLst/>
          </a:prstGeom>
          <a:solidFill>
            <a:srgbClr val="FBBF24">
              <a:alpha val="70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62272" y="43251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5468112" y="4370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Mahd Aqeel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468112" y="4690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68112" y="4983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swap with photo 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62272" y="5394960"/>
            <a:ext cx="3154680" cy="18288"/>
          </a:xfrm>
          <a:prstGeom prst="rect">
            <a:avLst/>
          </a:prstGeom>
          <a:solidFill>
            <a:srgbClr val="FBBF24">
              <a:alpha val="5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462272" y="544982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 is no mechanism for tracking actual attendance."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010144" y="4096512"/>
            <a:ext cx="3611880" cy="1874520"/>
          </a:xfrm>
          <a:prstGeom prst="roundRect">
            <a:avLst>
              <a:gd name="adj" fmla="val 6829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38744" y="4325112"/>
            <a:ext cx="914400" cy="914400"/>
          </a:xfrm>
          <a:prstGeom prst="ellipse">
            <a:avLst/>
          </a:prstGeom>
          <a:solidFill>
            <a:srgbClr val="FB7185">
              <a:alpha val="70000"/>
            </a:srgbClr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38744" y="432511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9244584" y="4370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Sabir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244584" y="4690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 of Student Affairs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9244584" y="49834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swap with photo ]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238744" y="5394960"/>
            <a:ext cx="3154680" cy="18288"/>
          </a:xfrm>
          <a:prstGeom prst="rect">
            <a:avLst/>
          </a:prstGeom>
          <a:solidFill>
            <a:srgbClr val="FB7185">
              <a:alpha val="5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238744" y="5449824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centralised platform would streamline everything."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4114800"/>
            <a:ext cx="64008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3550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GIKI Event Hub  ·  CS324 Milestone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"/>
            <a:ext cx="1577340" cy="292608"/>
          </a:xfrm>
          <a:prstGeom prst="roundRect">
            <a:avLst>
              <a:gd name="adj" fmla="val 50000"/>
            </a:avLst>
          </a:prstGeom>
          <a:solidFill>
            <a:srgbClr val="D946EF">
              <a:alpha val="22000"/>
            </a:srgbClr>
          </a:solidFill>
          <a:ln w="12700">
            <a:solidFill>
              <a:srgbClr val="D946E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"/>
            <a:ext cx="15773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Mumtaz Ali — the busy student.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3108960" cy="4114800"/>
          </a:xfrm>
          <a:prstGeom prst="roundRect">
            <a:avLst>
              <a:gd name="adj" fmla="val 4118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103120"/>
            <a:ext cx="1828800" cy="1828800"/>
          </a:xfrm>
          <a:prstGeom prst="ellipse">
            <a:avLst/>
          </a:prstGeom>
          <a:solidFill>
            <a:srgbClr val="D946EF">
              <a:alpha val="70000"/>
            </a:srgbClr>
          </a:solidFill>
          <a:ln w="25400">
            <a:solidFill>
              <a:srgbClr val="D94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1031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Mumtaz Ali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21 · BSCS, 6th semester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level: High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521208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8B5CF6">
              <a:alpha val="40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1208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57400" y="521208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22D3EE">
              <a:alpha val="40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5212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1828800"/>
            <a:ext cx="7982712" cy="1691640"/>
          </a:xfrm>
          <a:prstGeom prst="roundRect">
            <a:avLst>
              <a:gd name="adj" fmla="val 7568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1920240"/>
            <a:ext cx="7525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60520" y="2240280"/>
            <a:ext cx="74340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relevant events fast — without scrolling Instagram.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tickets in under a minute — minimal form-filling.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clear confirmation + a ticket that works at the door.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49040" y="3657600"/>
            <a:ext cx="7982712" cy="1508760"/>
          </a:xfrm>
          <a:prstGeom prst="roundRect">
            <a:avLst>
              <a:gd name="adj" fmla="val 8485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77640" y="3749040"/>
            <a:ext cx="7525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60520" y="4069080"/>
            <a:ext cx="74340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events because info reaches him too late.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registration forms ask the same info twice.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miscommunication at the door — cash-only events.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749040" y="5303520"/>
            <a:ext cx="7982712" cy="640080"/>
          </a:xfrm>
          <a:prstGeom prst="roundRect">
            <a:avLst>
              <a:gd name="adj" fmla="val 17143"/>
            </a:avLst>
          </a:prstGeom>
          <a:solidFill>
            <a:srgbClr val="12122C">
              <a:alpha val="80000"/>
            </a:srgbClr>
          </a:solidFill>
          <a:ln w="12700">
            <a:solidFill>
              <a:srgbClr val="D946EF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5303520"/>
            <a:ext cx="7616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"Sadly yes — I wanted to attend Netronix SNP last year. Nobody told me about the event."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4114800"/>
            <a:ext cx="64008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3550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GIKI Event Hub  ·  CS324 Milestone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"/>
            <a:ext cx="1499616" cy="292608"/>
          </a:xfrm>
          <a:prstGeom prst="roundRect">
            <a:avLst>
              <a:gd name="adj" fmla="val 50000"/>
            </a:avLst>
          </a:prstGeom>
          <a:solidFill>
            <a:srgbClr val="22D3EE">
              <a:alpha val="22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PERSONAS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running and approving the events.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5532120" cy="4526280"/>
          </a:xfrm>
          <a:prstGeom prst="roundRect">
            <a:avLst>
              <a:gd name="adj" fmla="val 2828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202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946EF">
              <a:alpha val="22000"/>
            </a:srgbClr>
          </a:solidFill>
          <a:ln w="12700">
            <a:solidFill>
              <a:srgbClr val="D946E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920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011680"/>
            <a:ext cx="822960" cy="822960"/>
          </a:xfrm>
          <a:prstGeom prst="ellipse">
            <a:avLst/>
          </a:prstGeom>
          <a:solidFill>
            <a:srgbClr val="22D3EE">
              <a:alpha val="70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" y="237744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Ammar Khan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" y="278892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 · Literary &amp; Debating Society (LDS)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10896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23 · BS Data Science · Organizes debates and speaker series. Persona built from Ammar Ahmed's &amp; Mahd Aqeel's interviews.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97764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events fast, get quick approval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registrations and revenue in one place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tickets at the door without third-party tools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49377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52120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registration handling drains volunteer hours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spot duplicates or no-shows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emails get lost in chains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0488" y="1691640"/>
            <a:ext cx="5532120" cy="4526280"/>
          </a:xfrm>
          <a:prstGeom prst="roundRect">
            <a:avLst>
              <a:gd name="adj" fmla="val 2828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19202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19202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671048" y="2011680"/>
            <a:ext cx="822960" cy="822960"/>
          </a:xfrm>
          <a:prstGeom prst="ellipse">
            <a:avLst/>
          </a:prstGeom>
          <a:solidFill>
            <a:srgbClr val="FB7185">
              <a:alpha val="70000"/>
            </a:srgbClr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71048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19088" y="237744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Sabir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19088" y="278892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 of Student Affairs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19088" y="3108960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every society event for policy, safety, and venue clashes. Persona built from Sabir's interview.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19088" y="37033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01968" y="397764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approval queue with full context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venue and time conflicts automatically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for budget and resource requests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19088" y="493776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01968" y="52120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checking for overlapping events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via paper / email — no status tracking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once an event goes live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4114800"/>
            <a:ext cx="64008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3550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GIKI Event Hub  ·  CS324 Milestone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iterations. Three big leaps.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feedback after every milestone — the design got sharper each pass.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3721608" cy="4160520"/>
          </a:xfrm>
          <a:prstGeom prst="roundRect">
            <a:avLst>
              <a:gd name="adj" fmla="val 3440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42316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8B5CF6">
              <a:alpha val="50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23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2907792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wireframes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337560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Pencil &amp; paper · Figma boxes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794760"/>
            <a:ext cx="3127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three role flows on paper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alternatives — A, B, 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9 essential screens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5715000"/>
            <a:ext cx="3264408" cy="502920"/>
          </a:xfrm>
          <a:prstGeom prst="roundRect">
            <a:avLst>
              <a:gd name="adj" fmla="val 18182"/>
            </a:avLst>
          </a:prstGeom>
          <a:solidFill>
            <a:srgbClr val="12122C">
              <a:alpha val="8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71500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Kept: Design A (filter-driven event list).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1688" y="2194560"/>
            <a:ext cx="3721608" cy="4160520"/>
          </a:xfrm>
          <a:prstGeom prst="roundRect">
            <a:avLst>
              <a:gd name="adj" fmla="val 3440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0288" y="242316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D946EF">
              <a:alpha val="50000"/>
            </a:srgbClr>
          </a:solidFill>
          <a:ln w="12700">
            <a:solidFill>
              <a:srgbClr val="D946EF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2423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90288" y="2907792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phone prototype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90288" y="3337560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mockup · device frame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73168" y="3794760"/>
            <a:ext cx="3127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screens linkable in one HTML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feedback + chip filters working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end-to-end task walkthrough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90288" y="5715000"/>
            <a:ext cx="3264408" cy="502920"/>
          </a:xfrm>
          <a:prstGeom prst="roundRect">
            <a:avLst>
              <a:gd name="adj" fmla="val 18182"/>
            </a:avLst>
          </a:prstGeom>
          <a:solidFill>
            <a:srgbClr val="12122C">
              <a:alpha val="85000"/>
            </a:srgbClr>
          </a:solidFill>
          <a:ln w="12700">
            <a:solidFill>
              <a:srgbClr val="D946EF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571500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Changed: needed real state, not just visuals.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66176" y="2194560"/>
            <a:ext cx="3721608" cy="4160520"/>
          </a:xfrm>
          <a:prstGeom prst="roundRect">
            <a:avLst>
              <a:gd name="adj" fmla="val 3440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94776" y="242316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22D3EE">
              <a:alpha val="50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94776" y="24231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94776" y="2907792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Next.js application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94776" y="3337560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auth, state, scanner, chat, reviews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77656" y="3794760"/>
            <a:ext cx="31272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persistent role dashboards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camera QR scanner + sub-organizer flow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refunds, reviews, society approval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494776" y="5715000"/>
            <a:ext cx="3264408" cy="502920"/>
          </a:xfrm>
          <a:prstGeom prst="roundRect">
            <a:avLst>
              <a:gd name="adj" fmla="val 18182"/>
            </a:avLst>
          </a:prstGeom>
          <a:solidFill>
            <a:srgbClr val="12122C">
              <a:alpha val="85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86216" y="5715000"/>
            <a:ext cx="3081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Proved: every requirement, end-to-end.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4114800"/>
            <a:ext cx="64008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3550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GIKI Event Hub  ·  CS324 Milestone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"/>
            <a:ext cx="1810512" cy="292608"/>
          </a:xfrm>
          <a:prstGeom prst="roundRect">
            <a:avLst>
              <a:gd name="adj" fmla="val 50000"/>
            </a:avLst>
          </a:prstGeom>
          <a:solidFill>
            <a:srgbClr val="22D3EE">
              <a:alpha val="22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TODAY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 behaviour — not screens.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in Next.js. Three dashboards share one in-memory store, so every action propagates live.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3721608" cy="1920240"/>
          </a:xfrm>
          <a:prstGeom prst="roundRect">
            <a:avLst>
              <a:gd name="adj" fmla="val 6667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423160"/>
            <a:ext cx="548640" cy="548640"/>
          </a:xfrm>
          <a:prstGeom prst="ellipse">
            <a:avLst/>
          </a:prstGeom>
          <a:solidFill>
            <a:srgbClr val="8B5CF6">
              <a:alpha val="65000"/>
            </a:srgbClr>
          </a:solidFill>
          <a:ln w="15240">
            <a:solidFill>
              <a:srgbClr val="8B5CF6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2423160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ticketing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108960"/>
            <a:ext cx="3264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→ book → online or cash payment → printable QR ticket with a short manual code as fallback.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2194560"/>
            <a:ext cx="3721608" cy="1920240"/>
          </a:xfrm>
          <a:prstGeom prst="roundRect">
            <a:avLst>
              <a:gd name="adj" fmla="val 6667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23160"/>
            <a:ext cx="548640" cy="548640"/>
          </a:xfrm>
          <a:prstGeom prst="ellipse">
            <a:avLst/>
          </a:prstGeom>
          <a:solidFill>
            <a:srgbClr val="D946EF">
              <a:alpha val="65000"/>
            </a:srgbClr>
          </a:solidFill>
          <a:ln w="15240">
            <a:solidFill>
              <a:srgbClr val="D946E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257800" y="2423160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camera scanner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3108960"/>
            <a:ext cx="3264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getUserMedia + jsQR on laptop or phone. Live verified-list sidebar, paste fallback, duplicate scan rejection.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2194560"/>
            <a:ext cx="3721608" cy="1920240"/>
          </a:xfrm>
          <a:prstGeom prst="roundRect">
            <a:avLst>
              <a:gd name="adj" fmla="val 6667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2423160"/>
            <a:ext cx="548640" cy="548640"/>
          </a:xfrm>
          <a:prstGeom prst="ellipse">
            <a:avLst/>
          </a:prstGeom>
          <a:solidFill>
            <a:srgbClr val="22D3EE">
              <a:alpha val="65000"/>
            </a:srgbClr>
          </a:solidFill>
          <a:ln w="15240">
            <a:solidFill>
              <a:srgbClr val="22D3EE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144000" y="2423160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with progress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58200" y="3108960"/>
            <a:ext cx="3264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UI (initiated → processing → completed), push notifications to student and organizer.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79392"/>
            <a:ext cx="3721608" cy="1920240"/>
          </a:xfrm>
          <a:prstGeom prst="roundRect">
            <a:avLst>
              <a:gd name="adj" fmla="val 6667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507992"/>
            <a:ext cx="548640" cy="548640"/>
          </a:xfrm>
          <a:prstGeom prst="ellipse">
            <a:avLst/>
          </a:prstGeom>
          <a:solidFill>
            <a:srgbClr val="34D399">
              <a:alpha val="65000"/>
            </a:srgbClr>
          </a:solidFill>
          <a:ln w="1524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507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71600" y="4507992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 approval flow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5193792"/>
            <a:ext cx="3264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signup with society dropdown; new societies go to Dean queue; multi-organizer per society.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43400" y="4279392"/>
            <a:ext cx="3721608" cy="1920240"/>
          </a:xfrm>
          <a:prstGeom prst="roundRect">
            <a:avLst>
              <a:gd name="adj" fmla="val 6667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4507992"/>
            <a:ext cx="548640" cy="548640"/>
          </a:xfrm>
          <a:prstGeom prst="ellipse">
            <a:avLst/>
          </a:prstGeom>
          <a:solidFill>
            <a:srgbClr val="FBBF24">
              <a:alpha val="65000"/>
            </a:srgbClr>
          </a:solidFill>
          <a:ln w="15240">
            <a:solidFill>
              <a:srgbClr val="FBBF24">
                <a:alpha val="9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507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257800" y="4507992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with chat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0" y="5193792"/>
            <a:ext cx="3264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Dean's rejection opens an event-specific chat thread with unread indicators — no email tag.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0" y="4279392"/>
            <a:ext cx="3721608" cy="1920240"/>
          </a:xfrm>
          <a:prstGeom prst="roundRect">
            <a:avLst>
              <a:gd name="adj" fmla="val 6667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58200" y="4507992"/>
            <a:ext cx="548640" cy="548640"/>
          </a:xfrm>
          <a:prstGeom prst="ellipse">
            <a:avLst/>
          </a:prstGeom>
          <a:solidFill>
            <a:srgbClr val="FB7185">
              <a:alpha val="65000"/>
            </a:srgbClr>
          </a:solidFill>
          <a:ln w="15240">
            <a:solidFill>
              <a:srgbClr val="FB7185">
                <a:alpha val="9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58200" y="4507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144000" y="4507992"/>
            <a:ext cx="262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reviews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458200" y="5193792"/>
            <a:ext cx="326440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Auto-prompted after check-in. Organizer sees rating distribution + comments on event summary.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6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D946E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4114800"/>
            <a:ext cx="6400800" cy="4572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355080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355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GIKI Event Hub  ·  CS324 Milestone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0" y="6355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946EF">
              <a:alpha val="22000"/>
            </a:srgbClr>
          </a:solidFill>
          <a:ln w="12700">
            <a:solidFill>
              <a:srgbClr val="D946E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91440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open it.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94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dashboards, three credentials, one ripple effect.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286000" y="2971800"/>
            <a:ext cx="7616952" cy="914400"/>
          </a:xfrm>
          <a:prstGeom prst="roundRect">
            <a:avLst>
              <a:gd name="adj" fmla="val 18000"/>
            </a:avLst>
          </a:prstGeom>
          <a:solidFill>
            <a:srgbClr val="0E0E22">
              <a:alpha val="90000"/>
            </a:srgbClr>
          </a:solidFill>
          <a:ln w="25400">
            <a:solidFill>
              <a:srgbClr val="D946EF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971800"/>
            <a:ext cx="7616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http://localhost:3000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3721608" cy="1691640"/>
          </a:xfrm>
          <a:prstGeom prst="roundRect">
            <a:avLst>
              <a:gd name="adj" fmla="val 7568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41655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4165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75488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Mumtaz Ali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5138928"/>
            <a:ext cx="3264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mumtaz@giki.edu.pk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5440680"/>
            <a:ext cx="3264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demo123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61688" y="4251960"/>
            <a:ext cx="3721608" cy="1691640"/>
          </a:xfrm>
          <a:prstGeom prst="roundRect">
            <a:avLst>
              <a:gd name="adj" fmla="val 7568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90288" y="441655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D946EF">
              <a:alpha val="45000"/>
            </a:srgbClr>
          </a:solidFill>
          <a:ln w="12700">
            <a:solidFill>
              <a:srgbClr val="D946EF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44165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90288" y="475488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Ammar Khan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90288" y="5138928"/>
            <a:ext cx="3264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ammar@giki.edu.pk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90288" y="5440680"/>
            <a:ext cx="3264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lds2026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66176" y="4251960"/>
            <a:ext cx="3721608" cy="1691640"/>
          </a:xfrm>
          <a:prstGeom prst="roundRect">
            <a:avLst>
              <a:gd name="adj" fmla="val 7568"/>
            </a:avLst>
          </a:prstGeom>
          <a:solidFill>
            <a:srgbClr val="0E0E22">
              <a:alpha val="70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94776" y="441655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22D3EE">
              <a:alpha val="45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94776" y="44165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94776" y="4754880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Sabir Ahmed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94776" y="5138928"/>
            <a:ext cx="3264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dean.sa@giki.edu.pk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94776" y="5440680"/>
            <a:ext cx="3264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dean2026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D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card: 4242 4242 4242 4242    ·    Decline test: 4000 0000 0000 0002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GIKI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GIKI Event Hub — Society Event &amp; Ticketing</dc:title>
  <dc:subject>CS324 Human Computer Interaction · Milestone 3</dc:subject>
  <dc:creator>BSCS Batch 33 — Raja Bilal, M. Haris, M. Ammar, M. Bilal</dc:creator>
  <cp:lastModifiedBy>BSCS Batch 33 — Raja Bilal, M. Haris, M. Ammar, M. Bilal</cp:lastModifiedBy>
  <cp:revision>1</cp:revision>
  <dcterms:created xsi:type="dcterms:W3CDTF">2026-05-14T00:23:59Z</dcterms:created>
  <dcterms:modified xsi:type="dcterms:W3CDTF">2026-05-14T00:23:59Z</dcterms:modified>
</cp:coreProperties>
</file>